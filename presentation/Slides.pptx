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4114800" cy="4114800"/>
          </a:xfrm>
          <a:prstGeom prst="ellipse">
            <a:avLst/>
          </a:prstGeo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80160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1E3A5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01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SWE363 — Assignment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Portfolio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548640" y="3456432"/>
            <a:ext cx="164592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3456432"/>
            <a:ext cx="320040" cy="5486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657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Alabdullatif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0" y="1737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27432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2423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personal portfolio website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using HTML, CSS &amp; JavaScript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86868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868680"/>
            <a:ext cx="2743200" cy="73152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005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29000" y="1600200"/>
            <a:ext cx="2423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projects and technical skills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professional online presence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86868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868680"/>
            <a:ext cx="2743200" cy="731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005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55080" y="1600200"/>
            <a:ext cx="2423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real-world frontend development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something beyond basic requirements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91440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265176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38BDF8">
                <a:alpha val="2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44475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3533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API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234440" y="17190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repository display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1188720"/>
            <a:ext cx="265176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0" y="1417320"/>
            <a:ext cx="502920" cy="502920"/>
          </a:xfrm>
          <a:prstGeom prst="ellipse">
            <a:avLst/>
          </a:prstGeom>
          <a:solidFill>
            <a:srgbClr val="818CF8">
              <a:alpha val="20000"/>
            </a:srgbClr>
          </a:solidFill>
          <a:ln w="12700">
            <a:solidFill>
              <a:srgbClr val="818CF8">
                <a:alpha val="20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584" y="1444752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69080" y="13533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069080" y="17190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toggle + localStorage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1188720"/>
            <a:ext cx="265176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09360" y="1417320"/>
            <a:ext cx="502920" cy="502920"/>
          </a:xfrm>
          <a:prstGeom prst="ellipse">
            <a:avLst/>
          </a:prstGeom>
          <a:solidFill>
            <a:srgbClr val="34D399">
              <a:alpha val="20000"/>
            </a:srgbClr>
          </a:solidFill>
          <a:ln w="12700">
            <a:solidFill>
              <a:srgbClr val="34D399">
                <a:alpha val="20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1444752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03720" y="13533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903720" y="17190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sort &amp; filter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3108960"/>
            <a:ext cx="265176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080" y="3337560"/>
            <a:ext cx="502920" cy="502920"/>
          </a:xfrm>
          <a:prstGeom prst="ellipse">
            <a:avLst/>
          </a:prstGeom>
          <a:solidFill>
            <a:srgbClr val="FB923C">
              <a:alpha val="20000"/>
            </a:srgbClr>
          </a:solidFill>
          <a:ln w="12700">
            <a:solidFill>
              <a:srgbClr val="FB923C">
                <a:alpha val="20000"/>
              </a:srgbClr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3364992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34440" y="32735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Form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234440" y="36393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291840" y="3108960"/>
            <a:ext cx="265176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474720" y="3337560"/>
            <a:ext cx="502920" cy="502920"/>
          </a:xfrm>
          <a:prstGeom prst="ellipse">
            <a:avLst/>
          </a:prstGeom>
          <a:solidFill>
            <a:srgbClr val="F472B6">
              <a:alpha val="20000"/>
            </a:srgbClr>
          </a:solidFill>
          <a:ln w="12700">
            <a:solidFill>
              <a:srgbClr val="F472B6">
                <a:alpha val="20000"/>
              </a:srgbClr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9584" y="3364992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069080" y="32735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 Planner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069080" y="36393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extra feature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API Integration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9144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822960"/>
            <a:ext cx="4114800" cy="3200400"/>
          </a:xfrm>
          <a:prstGeom prst="rect">
            <a:avLst/>
          </a:prstGeom>
          <a:solidFill>
            <a:srgbClr val="E2EF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82296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Placeholder ]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65760" y="3931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List Preview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754880" y="914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754880" y="1389888"/>
            <a:ext cx="201168" cy="20116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74920" y="13441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live GitHub repositories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54880" y="1892808"/>
            <a:ext cx="201168" cy="20116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74920" y="18470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content loaded on page render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754880" y="2514600"/>
            <a:ext cx="41148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54880" y="2651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754880" y="3127248"/>
            <a:ext cx="201168" cy="20116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74920" y="30906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HTTP request using fetch()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754880" y="3557016"/>
            <a:ext cx="201168" cy="20116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74920" y="35204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JSON data from GitHub API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754880" y="3986784"/>
            <a:ext cx="201168" cy="20116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74920" y="39502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response and updates the DOM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9144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822960"/>
            <a:ext cx="192024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822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Mode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65760" y="1188720"/>
            <a:ext cx="1920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Placeholder ]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468880" y="822960"/>
            <a:ext cx="1920240" cy="3200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68880" y="822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468880" y="1188720"/>
            <a:ext cx="1920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Placeholder ]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754880" y="914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754880" y="1389888"/>
            <a:ext cx="201168" cy="201168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74920" y="13441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between light and dark themes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754880" y="1892808"/>
            <a:ext cx="201168" cy="201168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74920" y="18470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readability and user experience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754880" y="2514600"/>
            <a:ext cx="41148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54880" y="2651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754880" y="3127248"/>
            <a:ext cx="201168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74920" y="30906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toggles a CSS class on &lt;body&gt;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754880" y="3557016"/>
            <a:ext cx="201168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74920" y="35204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preference stored in localStorage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754880" y="3986784"/>
            <a:ext cx="201168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74920" y="39502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across browser sessions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&amp; Sorting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9144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822960"/>
            <a:ext cx="4114800" cy="3200400"/>
          </a:xfrm>
          <a:prstGeom prst="rect">
            <a:avLst/>
          </a:prstGeom>
          <a:solidFill>
            <a:srgbClr val="E2EF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82296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Placeholder ]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65760" y="3931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UI Preview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754880" y="914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754880" y="1389888"/>
            <a:ext cx="201168" cy="20116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74920" y="13441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projects by category/tag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54880" y="1892808"/>
            <a:ext cx="201168" cy="20116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74920" y="18470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updates without page reload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754880" y="2514600"/>
            <a:ext cx="41148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54880" y="2651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754880" y="3127248"/>
            <a:ext cx="201168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74920" y="30906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listener captures user selection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754880" y="3557016"/>
            <a:ext cx="201168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74920" y="35204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filters matching project cards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754880" y="3986784"/>
            <a:ext cx="201168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74920" y="39502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updates dynamically in real time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Form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9144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822960"/>
            <a:ext cx="4114800" cy="3200400"/>
          </a:xfrm>
          <a:prstGeom prst="rect">
            <a:avLst/>
          </a:prstGeom>
          <a:solidFill>
            <a:srgbClr val="E2EF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82296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Placeholder ]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65760" y="3931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Form Preview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754880" y="914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754880" y="1389888"/>
            <a:ext cx="201168" cy="201168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74920" y="13441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user input before submission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54880" y="1892808"/>
            <a:ext cx="201168" cy="201168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74920" y="18470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incomplete or invalid entries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754880" y="2514600"/>
            <a:ext cx="41148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54880" y="2651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754880" y="3127248"/>
            <a:ext cx="201168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74920" y="30906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checks all inputs on submit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754880" y="3557016"/>
            <a:ext cx="201168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74920" y="35204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inline error messages if invalid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754880" y="3986784"/>
            <a:ext cx="201168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74920" y="39502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saved to localStorage as user types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Planner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0" y="109728"/>
            <a:ext cx="2377440" cy="402336"/>
          </a:xfrm>
          <a:prstGeom prst="roundRect">
            <a:avLst>
              <a:gd name="adj" fmla="val 22727"/>
            </a:avLst>
          </a:prstGeom>
          <a:solidFill>
            <a:srgbClr val="F472B6">
              <a:alpha val="8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0" y="10972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Unique Feature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411480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Placeholder 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9776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UI Preview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0" y="914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54880" y="1389888"/>
            <a:ext cx="201168" cy="201168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13441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planning &amp; task tool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892808"/>
            <a:ext cx="201168" cy="201168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18470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Organizes collaboration workflows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2514600"/>
            <a:ext cx="411480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651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754880" y="3127248"/>
            <a:ext cx="201168" cy="201168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30906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manages all task state updates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3557016"/>
            <a:ext cx="201168" cy="201168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35204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stored locally for full persistence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3986784"/>
            <a:ext cx="201168" cy="201168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39502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beyond assignment requirements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2860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22960"/>
            <a:ext cx="22860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0058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5727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1901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Structure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971800" y="822960"/>
            <a:ext cx="22860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971800" y="822960"/>
            <a:ext cx="22860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00584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71800" y="15727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2971800" y="1901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 &amp; Responsive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0" y="822960"/>
            <a:ext cx="22860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0" y="822960"/>
            <a:ext cx="2286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00584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486400" y="15727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5486400" y="1901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&amp; Interactivity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57200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Flow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411480" y="3154680"/>
            <a:ext cx="1417320" cy="594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11480" y="31546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1828800" y="3392424"/>
            <a:ext cx="274320" cy="11887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1828800" y="327355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2103120" y="3154680"/>
            <a:ext cx="1417320" cy="59436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2103120" y="31546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3520440" y="3392424"/>
            <a:ext cx="274320" cy="11887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3520440" y="327355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3794760" y="3154680"/>
            <a:ext cx="1417320" cy="5943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3794760" y="31546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5212080" y="3392424"/>
            <a:ext cx="274320" cy="11887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5212080" y="327355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5486400" y="3154680"/>
            <a:ext cx="1417320" cy="59436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5486400" y="31546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localStorage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6903720" y="3392424"/>
            <a:ext cx="274320" cy="11887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6903720" y="327355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7178040" y="3154680"/>
            <a:ext cx="1417320" cy="594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7178040" y="31546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Update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384048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15568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9418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05840" y="120700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async GitHub API data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297680" y="1124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46320" y="868680"/>
            <a:ext cx="39319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115568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0" y="9418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486400" y="12070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async/await with fetch() and error handling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365760" y="2240280"/>
            <a:ext cx="384048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487168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05840" y="23134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005840" y="257860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multiple independent features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4297680" y="2496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3"/>
          <p:cNvSpPr/>
          <p:nvPr/>
        </p:nvSpPr>
        <p:spPr>
          <a:xfrm>
            <a:off x="4846320" y="2240280"/>
            <a:ext cx="39319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487168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0" y="23134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0" y="25786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into modular, decoupled JS functions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365760" y="3611880"/>
            <a:ext cx="384048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58768"/>
            <a:ext cx="384048" cy="38404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05840" y="36850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1005840" y="395020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valid user input in forms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42976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7" name="Shape 20"/>
          <p:cNvSpPr/>
          <p:nvPr/>
        </p:nvSpPr>
        <p:spPr>
          <a:xfrm>
            <a:off x="4846320" y="3611880"/>
            <a:ext cx="39319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858768"/>
            <a:ext cx="384048" cy="38404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486400" y="36850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5486400" y="39502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field-level validation with live feedback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68680"/>
            <a:ext cx="640080" cy="16459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06984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149047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full-stack app with a backend server and database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92040" y="86868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868680"/>
            <a:ext cx="640080" cy="164592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4173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669280" y="106984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669280" y="149047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user login, registration, and session management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788920"/>
            <a:ext cx="640080" cy="16459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375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4440" y="299008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Planner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4440" y="341071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collaboration planner with real-time sync features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92040" y="278892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2788920"/>
            <a:ext cx="640080" cy="16459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3375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669280" y="299008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Migration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669280" y="341071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using React for component-based architecture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3200400"/>
            <a:ext cx="3657600" cy="3657600"/>
          </a:xfrm>
          <a:prstGeom prst="ellipse">
            <a:avLst/>
          </a:prstGeo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91440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7276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5361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fully interactive portfolio website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6712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213055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real-world GitHub API integration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61488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0120" y="27249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 responsive, accessible UI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355848"/>
            <a:ext cx="292608" cy="29260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60120" y="33192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unique Collaboration Planner feature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4663440" y="1005840"/>
            <a:ext cx="393192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1280160"/>
            <a:ext cx="1280160" cy="12801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754880" y="26974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Thought</a:t>
            </a:r>
            <a:endParaRPr lang="en-US" sz="1500" dirty="0"/>
          </a:p>
        </p:txBody>
      </p:sp>
      <p:sp>
        <p:nvSpPr>
          <p:cNvPr id="18" name="Text 11"/>
          <p:cNvSpPr/>
          <p:nvPr/>
        </p:nvSpPr>
        <p:spPr>
          <a:xfrm>
            <a:off x="4846320" y="310896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establishes a strong foundation for future full-stack development and showcases practical frontend engineering skills.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Alabdullatif  |  SWE363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Portfolio Web Application</dc:title>
  <dc:subject>PptxGenJS Presentation</dc:subject>
  <dc:creator>Mohammed Alabdullatif</dc:creator>
  <cp:lastModifiedBy>Mohammed Alabdullatif</cp:lastModifiedBy>
  <cp:revision>1</cp:revision>
  <dcterms:created xsi:type="dcterms:W3CDTF">2026-04-25T11:11:29Z</dcterms:created>
  <dcterms:modified xsi:type="dcterms:W3CDTF">2026-04-25T11:11:29Z</dcterms:modified>
</cp:coreProperties>
</file>